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and frame the story as a structured, data-driven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this was about trust, not just productivity.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it was production work, not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loop created continuous improvement and measurable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structured prompting directly improves accuracy and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this as enabling responsible creativity, not limiting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focus on real business metrics—speed, quality, morale.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Authentic voices from engineers prove real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enablement is cultural as well as technical.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this as Duke Energy’s path to safe enterprise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confidence and an open invitation for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GitHub Copilot Enablement at Scale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Pilot to Policy</a:t>
            </a:r>
          </a:p>
          <a:p>
            <a:r>
              <a:t>John [Last Name] – AI Enablement &amp; Automation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Pain Points:</a:t>
            </a:r>
          </a:p>
          <a:p>
            <a:pPr>
              <a:defRPr sz="2000"/>
            </a:pPr>
            <a:r>
              <a:t>Developers overwhelmed by boilerplate</a:t>
            </a:r>
          </a:p>
          <a:p>
            <a:pPr>
              <a:defRPr sz="2000"/>
            </a:pPr>
            <a:r>
              <a:t>Uneven prompt quality</a:t>
            </a:r>
          </a:p>
          <a:p>
            <a:pPr>
              <a:defRPr sz="2000"/>
            </a:pPr>
            <a:r>
              <a:t>Leadership anxious about AI-generated code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Goals:</a:t>
            </a:r>
          </a:p>
          <a:p>
            <a:pPr>
              <a:defRPr sz="2000"/>
            </a:pPr>
            <a:r>
              <a:t>Structure prompt training</a:t>
            </a:r>
          </a:p>
          <a:p>
            <a:pPr>
              <a:defRPr sz="2000"/>
            </a:pPr>
            <a:r>
              <a:t>Define security guardrails</a:t>
            </a:r>
          </a:p>
          <a:p>
            <a:pPr>
              <a:defRPr sz="2000"/>
            </a:pPr>
            <a:r>
              <a:t>Quantify ROI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10 engineers across automation and DevOps</a:t>
            </a:r>
          </a:p>
          <a:p>
            <a:pPr>
              <a:defRPr sz="2000"/>
            </a:pPr>
            <a:r>
              <a:t>4-week timeline using real Jira tickets</a:t>
            </a:r>
          </a:p>
          <a:p>
            <a:pPr>
              <a:defRPr sz="2000"/>
            </a:pPr>
            <a:r>
              <a:t>Deliverables: ETL jobs, Ansible roles, Jenkins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 for Safe Acceleration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Prompt → Review → Measure → Improve → Scale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Four Pillars:</a:t>
            </a:r>
          </a:p>
          <a:p>
            <a:pPr>
              <a:defRPr sz="2000"/>
            </a:pPr>
            <a:r>
              <a:t>Prompt Playbook</a:t>
            </a:r>
          </a:p>
          <a:p>
            <a:pPr>
              <a:defRPr sz="2000"/>
            </a:pPr>
            <a:r>
              <a:t>Review Checklist</a:t>
            </a:r>
          </a:p>
          <a:p>
            <a:pPr>
              <a:defRPr sz="2000"/>
            </a:pPr>
            <a:r>
              <a:t>Metrics Tracker</a:t>
            </a:r>
          </a:p>
          <a:p>
            <a:pPr>
              <a:defRPr sz="2000"/>
            </a:pPr>
            <a:r>
              <a:t>Guardrails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Playbook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Naïve: “Write a Python script to parse logs.”</a:t>
            </a:r>
          </a:p>
          <a:p>
            <a:pPr>
              <a:defRPr sz="2000"/>
            </a:pPr>
            <a:r>
              <a:t>Structured: “Write portable parse_logs.py that accepts --file, counts ERROR lines, outputs a JSON summary.”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 proprietary data in prompts</a:t>
            </a:r>
          </a:p>
          <a:p>
            <a:pPr>
              <a:defRPr sz="2000"/>
            </a:pPr>
            <a:r>
              <a:t>Mandatory PR review for Copilot output</a:t>
            </a:r>
          </a:p>
          <a:p>
            <a:pPr>
              <a:defRPr sz="2000"/>
            </a:pPr>
            <a:r>
              <a:t>SonarQube + pre-commit scanning</a:t>
            </a:r>
          </a:p>
          <a:p>
            <a:pPr>
              <a:defRPr sz="2000"/>
            </a:pPr>
            <a:r>
              <a:t>Tag AI-assisted commits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With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Δ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Routine script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↓ 58%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 turnaround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2.3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↓ 35%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Developer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8.7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↑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Developer Voices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“It feels like pair-programming with documentation built in.”</a:t>
            </a:r>
          </a:p>
          <a:p>
            <a:pPr>
              <a:defRPr sz="2000"/>
            </a:pPr>
            <a:r>
              <a:t>“I stopped tabbing to StackOverflow 50 times a day.”</a:t>
            </a:r>
          </a:p>
          <a:p>
            <a:pPr>
              <a:defRPr sz="2000"/>
            </a:pPr>
            <a:r>
              <a:t>“I’m learning faster than ever.”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Train before rollout — skill before scale</a:t>
            </a:r>
          </a:p>
          <a:p>
            <a:pPr>
              <a:defRPr sz="2000"/>
            </a:pPr>
            <a:r>
              <a:t>Treat prompts as code — version and review them</a:t>
            </a:r>
          </a:p>
          <a:p>
            <a:pPr>
              <a:defRPr sz="2000"/>
            </a:pPr>
            <a:r>
              <a:t>Govern lightly — empower, don’t police</a:t>
            </a:r>
          </a:p>
          <a:p>
            <a:pPr>
              <a:defRPr sz="2000"/>
            </a:pPr>
            <a:r>
              <a:t>Automate ROI tracking — data drives trust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to Enterprise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25-user pilot</a:t>
            </a:r>
          </a:p>
          <a:p>
            <a:pPr>
              <a:defRPr sz="2000"/>
            </a:pPr>
            <a:r>
              <a:t>Apply playbooks + metrics templates</a:t>
            </a:r>
          </a:p>
          <a:p>
            <a:pPr>
              <a:defRPr sz="2000"/>
            </a:pPr>
            <a:r>
              <a:t>Extend guardrails to M365 Copilot</a:t>
            </a:r>
          </a:p>
          <a:p>
            <a:pPr>
              <a:defRPr sz="2000"/>
            </a:pPr>
            <a:r>
              <a:t>Integrate ROI tracking into CI/CD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Payoff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Structured onboarding + measurable outcomes = sustainable adoption.</a:t>
            </a:r>
          </a:p>
          <a:p>
            <a:pPr>
              <a:defRPr sz="2000"/>
            </a:pPr>
            <a:r>
              <a:t>“Responsible AI doesn’t slow teams—it lets them accelerate safely.”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